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Evolve the Harness,</a:t>
            </a:r>
          </a:p>
          <a:p>
            <a:pPr algn="l">
              <a:spcAft>
                <a:spcPts val="1600"/>
              </a:spcAft>
            </a:pPr>
            <a:r>
              <a:rPr sz="5000" b="1" i="0">
                <a:solidFill>
                  <a:srgbClr val="7C5CFF"/>
                </a:solidFill>
                <a:latin typeface="Arial"/>
              </a:rPr>
              <a:t>Not (Just) the Model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8CCD8"/>
                </a:solidFill>
                <a:latin typeface="Arial"/>
              </a:rPr>
              <a:t>Reinforcement learning on agent harnesses — reproduced locally on a frozen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66C7A"/>
                </a:solidFill>
                <a:latin typeface="Arial"/>
              </a:rPr>
              <a:t>HarnessX  ·  “Don't Train the Model, Evolve the Harness”  ·  τ²-Bench retail  ·  Claude Code as meta-agent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7C5CFF"/>
                </a:solidFill>
                <a:latin typeface="Arial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“A frozen open model that solves 0% of a legal-agent benchmark end to end</a:t>
            </a:r>
          </a:p>
          <a:p>
            <a:pPr algn="l">
              <a:spcAft>
                <a:spcPts val="20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is not as weak as that score looks. Zero model weights changed.”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Same model. Change the wrapper. Double-digit accuracy gains.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C8CCD8"/>
                </a:solidFill>
                <a:latin typeface="Arial"/>
              </a:rPr>
              <a:t>The question isn't “which model” — it's “which harness.”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What is a “harness”?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runtime wrapper around the model.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Context assembly · tools · memory · control flow · error recovery · evaluation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agent = model.agentic(harness)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Model = a fixed reasoning ceiling.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 = how much of that ceiling you actually realize.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Vanilla off-the-shelf harnesses are fine at baseline.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Vertical-specific use cases need the harness to evolve with them — or you design your own.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Why? Each domain fails differently. One harness can't serve every vertical.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Two papers,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HarnessX (arXiv:2606.14249): MetaAgent.evolve() over trajectories — frozen Qwen3.5-9B / GPT-5.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+14.5% avg, up to +44%. Weakest model gains most.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“Evolve the Harness” (Niklaus): Meta-Harness proposer + gate — frozen DeepSeek-V4-Pro, legal vertical.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63.4% → 80.1% (+16.7pp).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Both: zero model-weight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How harness evolution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R0: run tasks → LLM-judge each trajectory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Meta-agent reads the failures → writes a new config.yaml (+ processors)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Gate: keep if reward improves past tolerance, else revert to best-so-far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Repeat. It's harness-edit-as-MDP: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state = config + traces   ·   action = one edit   ·   reward = gated pass-delta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Why it works — the core teaching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Most failures are NOT reasoning failures — they're harness failures: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wrong file path · chunked-write corruption · malformed tool JSON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context overflow · loop-without-progress · premature / wrong-context action</a:t>
            </a:r>
          </a:p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“For a weak agent, a lot of ‘capability’ is I/O discipline the scaffold can guarantee.”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punchline: code beats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“Five of the top six harnesses are deterministic code, not prompt edits.”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Prompt edits: local, brittle, don't transfer across models.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Code fixes: structural, portable, testable, versionable.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But it's not only code — 4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evolver edits the whole harness, not just processors: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Instruction = prompts / guidance    ·    Action = tools / skills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Control = deterministic processors    ·    Configuration = memory, compaction, knobs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Which lever wins depends on your model + your vertical's bottleneck: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strong model → prompts   ·   weak model → control code   ·   long-context → memory/compaction   ·   retrieval →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So: evolve the dimension your vertical is bottlenecked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“Prompt dominance scales inversely with base-model strength.” — HarnessX paper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Legal / retail reliability (frozen/weak model) → deterministic code dominates.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LoCoMo long-context → memory + compaction. GAIA retrieval → tools. Sonnet → prompts.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This is the stronger thesis: not just a vertical-specific harness — the vertical-specific LEVER.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Inverse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weakest model gains the most.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ALFWorld Qwen3.5-9B: 53 → 97 (+44)   vs   Sonnet: 83.6 → 94.8 (+11.2)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 evolution makes small / cheap models punch up.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Caveat: a capability floor exists — below it, evolution can't compound.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Vertical-specific 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τ²-Bench = real business verticals: retail · airline · telecom.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Evolve each independently — database tasks need different processors than pure-logic puzzles.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Reference (retail, Qwen3.5-27B agent): 0.807 → 0.965, 18/22 badcases fixed.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Elsewhere: Database domain 0% → 53.8%.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Our reproduction — a real lift (telecom)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666C7A"/>
                </a:solidFill>
                <a:latin typeface="Arial"/>
              </a:rPr>
              <a:t>same frozen model throughout · evolved the harness, not the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Frozen qwen3:32B (local, llama.cpp), τ²-Bench telecom, same 4 mobile_data_issue tasks.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Vanilla harness (system prompt + token budget only):  avg reward = 0.500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+ IRMA PolicyHint (telecom policy alerts):            avg reward = 0.750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+0.25 absolute, +50% relative — zero model-weight changes, no regressions.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Mechanism: [POLICY ALERT] injected → agent calls enable_roaming → rescues the abroad task 0.0 → 1.0.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Why telecom worked where retail didn't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Retail = strict DB-equality grading → a Q4 local model scores ~0, nothing to lift.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Telecom = lenient outcome-state grading → non-zero baseline the harness can move.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Cause ↔ lever alignment: vanilla fails the roaming task; IRMA's rule targets exactly that.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Not at ceiling: 32B solves easy tasks (1.0), fails user_abroad (0.0) — room for the harness.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 weaker 8B agent would show a BIGGER gap — inverse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Designing the vertical benchmark is HALF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benchmark IS the reward function for agentic RL. No signal → no evolution.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 benchmark you can evolve against needs: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  · a non-zero baseline (model not floored)   · room (not at ceiling)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  · a failure mode that matches a lever   · grading that gives a gradient (partial credit / enough tasks)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Retail (strict DB) → 0.00 dead end.  Telecom (lenient) → moves.  GSM8K → clean gradient.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Vertical agents need vertical benchmarks — co-design the harness AND the benchmark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An honest note on reproducing the *number*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METHOD reproduces on a laptop: diagnose trace → pick lever → author component → measure.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The benchmark + grading choice matters: pick a domain where the model has a non-zero baseline.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Small samples are noisy — one task hit an infra timeout; the paper uses 100+ tasks, pass^k, trials.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Reference at scale (27B retail): 0.807 → 0.965. Our local telecom: 0.50 → 0.75.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How this workshop runs — you drive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Not slide-watching. You run the loop on your laptop.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1. Run the vanilla baseline → watch a frozen model FAIL a real benchmark task.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2. Read the trace frontmatter → feel it's a harness failure, not a reasoning one.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3. Invoke the harness-evolver skill → YOUR Claude Code diagnoses + authors a fix.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4. make eval → see the number move. Loop until it lifts.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A reference solution is shipped — but try your own lever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meta-agent is YOU (Claude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evolve() = an agent that reads traces and writes config. We used Claude Code directly.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read failure trajectories → diagnose the pattern → author a processor → re-eval → keep if it gates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No RL training. No GPU. The loop runs on a laptop.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Reproduce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uv + Ollama + one fork.  make baseline → (Claude Code evolves) → make eval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Gotcha we hit: LLAMA_API_KEY in your shell 401s all local inference — unset it.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Fork: github.com/epuerta9/HarnessX  (branch workshop/harness-evolution)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technique is basic. The closed LOOP is the point.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Reflect, tools, retries, policy hints — all well-known. We're NOT teaching those.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The skill is the loop: run → READ THE TRACE → the trace names the failure → pick the matching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lever → evolve → re-run → new trace → repeat. Driven by evidence, not guesswork.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Every lever we pulled was chosen FROM a trace: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telecom trace 'never called enable_roaming' → IRMA (0.50→0.75)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GSM8K trace 'fast, wrong' → reflect (0.65→0.97) · KB trace 'hallucinated facts, no tool call' → kb_search (0→1.0)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Harness evolution IS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“operational mirror” — with the model FROZEN: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State = the HarnessConfig   ·   Action = pull one of the 4 levers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Policy = a stronger model reading the traces (that's Claude Code)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Reward = the benchmark score   ·   Rollout = re-run the task set   ·   Gate = keep if reward↑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Agentic RL = use a stronger model to read traces, pick the lever, re-run, keep what improves.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41824"/>
                </a:solidFill>
                <a:latin typeface="Arial"/>
              </a:rPr>
              <a:t>Which lever moved the number</a:t>
            </a:r>
          </a:p>
        </p:txBody>
      </p:sp>
      <p:pic>
        <p:nvPicPr>
          <p:cNvPr id="3" name="Picture 2" descr="lever-result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737360"/>
            <a:ext cx="9692640" cy="367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66C7A"/>
                </a:solidFill>
                <a:latin typeface="Arial"/>
              </a:rPr>
              <a:t>Same frozen model. The lever lifts the score only when the benchmark gives a signal AND the failure matches the lever.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Which component makes the biggest difference?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Ablation: run vanilla / control-only / IRMA-only / full on the SAME tasks.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Single-trial trap: variance (±0.25) is as big as the effect — the same config scores 0.50 OR 0.75 by luck.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So you CANNOT rank components from one run. Attribution is statistical, not anecdotal.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Fix: multiple trials (pass^k) + task-level check + leave-one-out to kill inert processors.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Task-level signal: IRMA's roaming alert rescues the roaming task; control processors are inert here.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Reproducible in one command:  bash workshop/ablate.sh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41824"/>
                </a:solidFill>
                <a:latin typeface="Arial"/>
              </a:rPr>
              <a:t>Attribution (3 trials): one component did the work</a:t>
            </a:r>
          </a:p>
        </p:txBody>
      </p:sp>
      <p:pic>
        <p:nvPicPr>
          <p:cNvPr id="3" name="Picture 2" descr="attribution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737360"/>
            <a:ext cx="9692640" cy="3264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66C7A"/>
                </a:solidFill>
                <a:latin typeface="Arial"/>
              </a:rPr>
              <a:t>Multi-trial averaging clears the noise: IRMA (+0.167) drives the lift; the 5 control processors are inert (−0.083). Leave-one-out would drop them.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Did we prove the paper? (partly — yes)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✓ A FROZEN model's benchmark score rose via a harness edit alone (telecom 0.50 → 0.75).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✓ The moat is the infrastructure — we diagnosed + evolved purely off typed processors + structured traces.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✓ Lever mix is context-dependent — IRMA worked on telecom, did nothing on retail (grading mismatch).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✓ Ceiling/floor effects — 32B at ceiling on easy tasks; strict retail grading = effective floor.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Not reproduced (needs scale): +14.5% magnitudes, multi-round + the 3 RL pathologies, AEGIS, co-evolution.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Crutch or capability? Two value 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Deterministic Control fixes (roaming alert, ParseRetry) are a CRUTCH — they recover latent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capability a frozen model failed to apply. Real, but capped at the model's ceiling.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Instruction (reasoning scaffolds) + Action (tools/skills) ADD realized capability — not plumbing.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To raise the ceiling itself, you need loop 2: RL on the weights (co-evolution). Different game.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On a frozen model, the most capability-like levers are reasoning scaffolds + new tools.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41824"/>
                </a:solidFill>
                <a:latin typeface="Arial"/>
              </a:rPr>
              <a:t>The harness elicits latent reasoning (GSM8K)</a:t>
            </a:r>
          </a:p>
        </p:txBody>
      </p:sp>
      <p:pic>
        <p:nvPicPr>
          <p:cNvPr id="3" name="Picture 2" descr="reasonin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737360"/>
            <a:ext cx="9692640" cy="3060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66C7A"/>
                </a:solidFill>
                <a:latin typeface="Arial"/>
              </a:rPr>
              <a:t>Same frozen qwen3:8B. A reflect scaffold (re-derive + self-check) lifts GSM8K 0.65 → 0.97 and CRT 0.53 → 0.73. Realized reasoning, not I/O.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41824"/>
                </a:solidFill>
                <a:latin typeface="Arial"/>
              </a:rPr>
              <a:t>The spectrum of harness value (all 3 levers, real numbers)</a:t>
            </a:r>
          </a:p>
        </p:txBody>
      </p:sp>
      <p:pic>
        <p:nvPicPr>
          <p:cNvPr id="3" name="Picture 2" descr="levers-spectrum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737360"/>
            <a:ext cx="9692640" cy="3415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666C7A"/>
                </a:solidFill>
                <a:latin typeface="Arial"/>
              </a:rPr>
              <a:t>Action ADDS capability (private KB 0.00 → 1.00, can't → can). Instruction reshapes reasoning (GSM8K 0.65 → 0.97). Control recovers latent (telecom 0.50 → 0.75, a crutch). Same frozen model throughout.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Action lever — genuine capability (can't → can)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A frozen model CANNOT know your private data — it's not in the weights.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Vanilla on a private company KB: 0/12 — every fact hallucinated (Sentinel Arm → $12,500, not $8,450).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Add a kb_search tool (Action lever): 12/12 — it retrieves the fact and answers.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That's NEW capability, not a crutch — and it's the whole reason vertical agents exist: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proprietary knowledge, tools, and APIs the base model will never have.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22C55E"/>
                </a:solidFill>
                <a:latin typeface="Arial"/>
              </a:rPr>
              <a:t>1.  The deliverable is the LOOP: run → read traces → pick the lever → evolve → re-run. Not the technique.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2.  Every lever is chosen FROM a trace — the trace names the failure; you match a lever to it.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3.  The harness, not the weights, sets REALIZED performance — proven across 3 levers, frozen model.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4.  Vertical agents need a STRONG BENCHMARK to evolve against — it's the reward signal in the loop.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5.  Off-the-shelf model + off-the-shelf harness plateaus: no trace signal → nothing to evolve on.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6.  This is how you squeeze a cheap, frozen model to punch up on YOUR vertical.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